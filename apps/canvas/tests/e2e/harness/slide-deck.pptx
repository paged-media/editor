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16" d="100"/>
          <a:sy n="116" d="100"/>
        </p:scale>
        <p:origin x="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39A9D28-101C-47C4-8A50-510FA0574B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869D8C59-E0A5-AA37-26FE-4086338183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2069AF8-1739-1401-ED01-B199DD5EA5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92B2B-C4C2-0747-8B14-81A11AD51B37}" type="datetimeFigureOut">
              <a:rPr lang="de-DE" smtClean="0"/>
              <a:t>05.10.26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FB970D6-72E8-4D45-2122-69DAB80584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169921A-69B8-051F-A2DC-FE06A53C3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16DB4-1EF4-A54A-A620-67CC6945BA5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551389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B3AB154-4D41-9532-7567-CAF9F9B5AB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0F9789C-43F0-1B13-3120-2413AA1B00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16206BF-B335-FB8D-5B6A-DD9D811CE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92B2B-C4C2-0747-8B14-81A11AD51B37}" type="datetimeFigureOut">
              <a:rPr lang="de-DE" smtClean="0"/>
              <a:t>05.10.26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E78D774-4CF3-A6F6-97C3-BEAD209C7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23D7451-3D39-A42B-DD1D-6FED8E80F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16DB4-1EF4-A54A-A620-67CC6945BA5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366051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C819F44-AC4D-FFBB-51E9-B646E5E44C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483A2C1-3403-F56C-2ECA-B2D67FE3BF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B656E1C-8621-A7EE-8778-8AAC7D340D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92B2B-C4C2-0747-8B14-81A11AD51B37}" type="datetimeFigureOut">
              <a:rPr lang="de-DE" smtClean="0"/>
              <a:t>05.10.26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AF0EB0D-4F30-4E19-FF36-51719ECEA4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97FE8E2-CB5C-B3DC-3D65-6637A3E79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16DB4-1EF4-A54A-A620-67CC6945BA5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16268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1C2F2D2-054B-68CD-67B0-7448095865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0090CB4-FDDC-3358-4EC1-13167B75DC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F7F59444-DC01-5B77-44C6-68D1B0FAF7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F75D3D4-E476-CDD8-1304-6ECF37B73A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92B2B-C4C2-0747-8B14-81A11AD51B37}" type="datetimeFigureOut">
              <a:rPr lang="de-DE" smtClean="0"/>
              <a:t>05.10.26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B81AAFD-23E1-3F56-5302-A4D8DF4F38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B96CD12-4A6C-6C1C-18CF-B3AAC776D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16DB4-1EF4-A54A-A620-67CC6945BA5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497298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F30A20E-6525-78BD-419E-4F1544784F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45BDBFB-F2C0-EED8-CD82-0B65DD5ACB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B98F45C-B779-8AFE-D6C2-26D1388A33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F78427EB-42E5-2462-E96C-2745ECAD03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D2E60DD1-48BF-0109-F598-F2D700D1EA2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EDAF09E3-B8B8-B651-B917-609A9C33D9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92B2B-C4C2-0747-8B14-81A11AD51B37}" type="datetimeFigureOut">
              <a:rPr lang="de-DE" smtClean="0"/>
              <a:t>05.10.26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0000FA27-7AD6-162D-035C-8702CE6AAD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35C046B1-5089-D2D5-6F43-F915C5724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16DB4-1EF4-A54A-A620-67CC6945BA5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43750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539D0BA-3F62-097D-ABC9-9A88629FC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27E56673-D08A-8DEF-0A55-7B9B7D009D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92B2B-C4C2-0747-8B14-81A11AD51B37}" type="datetimeFigureOut">
              <a:rPr lang="de-DE" smtClean="0"/>
              <a:t>05.10.26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9EE150B-9B82-5055-0EB2-2506C009E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B0DDFAD-7C34-B921-D849-4A13EAAE0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16DB4-1EF4-A54A-A620-67CC6945BA5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481152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494BF048-739F-B8B9-8C27-5866F2D499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92B2B-C4C2-0747-8B14-81A11AD51B37}" type="datetimeFigureOut">
              <a:rPr lang="de-DE" smtClean="0"/>
              <a:t>05.10.26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48A99E07-180A-CCDB-09BB-DA5125BB44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B2B5C29-FD29-CD05-D84A-90D2BB2F7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16DB4-1EF4-A54A-A620-67CC6945BA5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69065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14133AE-1ABA-6646-E38F-761B26B3AA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8EF7D24-2054-4A16-00AA-ACADA3EC29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D92958E-92ED-3029-BB72-6A2A41A0DC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AFD9357-1EB0-4B3E-D907-B54117C2E8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92B2B-C4C2-0747-8B14-81A11AD51B37}" type="datetimeFigureOut">
              <a:rPr lang="de-DE" smtClean="0"/>
              <a:t>05.10.26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8F73B00-E727-119D-6990-60BA9E0108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9707123-19B2-2D08-C439-A83AFE967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16DB4-1EF4-A54A-A620-67CC6945BA5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182288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35D9F65-C692-A218-CF4A-BCA1D7FC11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AE1E3852-A6EB-25BF-9B27-AB53A1CA670F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B20F032-D41C-0B59-91B6-8370DEB3D0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D682B1E-A295-10D7-FA50-299A48133C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92B2B-C4C2-0747-8B14-81A11AD51B37}" type="datetimeFigureOut">
              <a:rPr lang="de-DE" smtClean="0"/>
              <a:t>05.10.26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738B538-F850-C5EB-F8A4-DBCCBA438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4B4403A-3F33-BC79-549E-A2F76A34F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16DB4-1EF4-A54A-A620-67CC6945BA5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562008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526270F-EA5C-B839-AE6D-EBAB88648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14C9635A-2E41-6217-89E9-A89D7DEA16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53594BA-40C9-DCB3-8367-30AECEE019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92B2B-C4C2-0747-8B14-81A11AD51B37}" type="datetimeFigureOut">
              <a:rPr lang="de-DE" smtClean="0"/>
              <a:t>05.10.26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19BD02D-AA0C-4D01-D500-A2AA3CD7A0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700EDAF-4C31-296C-38D2-2AC16958C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16DB4-1EF4-A54A-A620-67CC6945BA5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731149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8C4D9806-59E9-52F5-2458-543CDCF225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92339539-0B6A-CCC6-874E-A2F3EC0431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B14EB8F-5914-3D52-4226-DB2BC793F1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92B2B-C4C2-0747-8B14-81A11AD51B37}" type="datetimeFigureOut">
              <a:rPr lang="de-DE" smtClean="0"/>
              <a:t>05.10.26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3BF82C5-A073-A757-BD85-9E141E5BF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BDE0AF9-737A-3FD2-B951-74A0C7D68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16DB4-1EF4-A54A-A620-67CC6945BA5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383228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F2FA2E7-307E-6ACC-21E9-9BCD9061BB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6605FD8-5F8F-4413-FC3C-E58225B945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EBAFB23-7D0C-B9CA-15E5-3A5D61C335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92B2B-C4C2-0747-8B14-81A11AD51B37}" type="datetimeFigureOut">
              <a:rPr lang="de-DE" smtClean="0"/>
              <a:t>05.10.26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6BA1AF7-0DB4-BF85-582F-C9D6945587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BCBFBDA-ED96-3061-79A1-2A6D16E58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16DB4-1EF4-A54A-A620-67CC6945BA5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615064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preserve="1">
  <p:cSld name="Titel und zweispaltig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A1629D5-5438-AA07-2B8E-B283D7807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B784AD4-6CFA-7668-135D-9C0430906C43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078664A-F324-7462-2992-29D97ADB91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0FF660D-E643-C907-B212-C3BBE794AB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92B2B-C4C2-0747-8B14-81A11AD51B37}" type="datetimeFigureOut">
              <a:rPr lang="de-DE" smtClean="0"/>
              <a:t>05.10.26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1274D3D-87F2-DF81-CD71-23B74139E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289414A-1B3F-101C-2CDA-EBC50FDFF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16DB4-1EF4-A54A-A620-67CC6945BA5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907605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A5016040-4301-75F7-7276-596C0C2F3A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EEA43E2-8A6E-06D2-F79A-48A90815BD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795816E-21E9-FBE1-E4E6-7A0AA1DA38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492B2B-C4C2-0747-8B14-81A11AD51B37}" type="datetimeFigureOut">
              <a:rPr lang="de-DE" smtClean="0"/>
              <a:t>05.10.26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ED35181-C65B-F425-47E9-4EE6E916C7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E816F05-AF1E-3FD0-F41A-AAB19573F8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616DB4-1EF4-A54A-A620-67CC6945BA5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963612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B0C1C632-FE9A-0FAF-ADF8-2E82FE742AA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/>
              <a:t>Layout 1 placeholder 1</a:t>
            </a:r>
          </a:p>
        </p:txBody>
      </p:sp>
      <p:sp>
        <p:nvSpPr>
          <p:cNvPr id="5" name="Untertitel 4">
            <a:extLst>
              <a:ext uri="{FF2B5EF4-FFF2-40B4-BE49-F238E27FC236}">
                <a16:creationId xmlns:a16="http://schemas.microsoft.com/office/drawing/2014/main" id="{99D9326E-990F-FCFF-596D-7FEAE4428F2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/>
              <a:t>Layout 1 placeholder 2</a:t>
            </a:r>
          </a:p>
        </p:txBody>
      </p:sp>
    </p:spTree>
    <p:extLst>
      <p:ext uri="{BB962C8B-B14F-4D97-AF65-F5344CB8AC3E}">
        <p14:creationId xmlns:p14="http://schemas.microsoft.com/office/powerpoint/2010/main" val="17629517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A34EB5B5-06B8-EDE3-01D6-78EBD84770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Layout 2 placeholder 1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C344A9A9-E738-2C1F-620C-8D224A8DFA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Layout 2 placeholder 2</a:t>
            </a:r>
          </a:p>
        </p:txBody>
      </p:sp>
    </p:spTree>
    <p:extLst>
      <p:ext uri="{BB962C8B-B14F-4D97-AF65-F5344CB8AC3E}">
        <p14:creationId xmlns:p14="http://schemas.microsoft.com/office/powerpoint/2010/main" val="12948778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DCE2DB06-EB87-6654-9053-69F44B94DD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Layout 3 placeholder 1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D55DFE7E-FCA2-56EE-D553-C3A919114B6A}"/>
              </a:ext>
            </a:extLst>
          </p:cNvPr>
          <p:cNvSpPr>
            <a:spLocks noGrp="1"/>
          </p:cNvSpPr>
          <p:nvPr>
            <p:ph type="body" sz="half" idx="1"/>
          </p:nvPr>
        </p:nvSpPr>
        <p:spPr/>
        <p:txBody>
          <a:bodyPr/>
          <a:lstStyle/>
          <a:p>
            <a:r>
              <a:rPr lang="de-DE"/>
              <a:t>Layout 3 placeholder 2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1C50F638-1D3F-B6E9-F356-074D0E60184D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de-DE"/>
              <a:t>Layout 3 placeholder 3</a:t>
            </a:r>
          </a:p>
        </p:txBody>
      </p:sp>
    </p:spTree>
    <p:extLst>
      <p:ext uri="{BB962C8B-B14F-4D97-AF65-F5344CB8AC3E}">
        <p14:creationId xmlns:p14="http://schemas.microsoft.com/office/powerpoint/2010/main" val="20269538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08F2DBA7-DCC9-9F4C-7F02-38EE75996E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Layout 4 placeholder 1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4D95861C-5101-ECE0-B85F-2BC2B30217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Layout 4 placeholder 2</a:t>
            </a:r>
          </a:p>
        </p:txBody>
      </p:sp>
    </p:spTree>
    <p:extLst>
      <p:ext uri="{BB962C8B-B14F-4D97-AF65-F5344CB8AC3E}">
        <p14:creationId xmlns:p14="http://schemas.microsoft.com/office/powerpoint/2010/main" val="24408308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CB8FE14B-7F06-778E-29C4-80E790B856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Layout 5 placeholder 1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6169BB4F-2D60-E31E-EC6E-EADD14352F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Layout 5 placeholder 2</a:t>
            </a:r>
          </a:p>
        </p:txBody>
      </p:sp>
      <p:sp>
        <p:nvSpPr>
          <p:cNvPr id="9" name="Inhaltsplatzhalter 8">
            <a:extLst>
              <a:ext uri="{FF2B5EF4-FFF2-40B4-BE49-F238E27FC236}">
                <a16:creationId xmlns:a16="http://schemas.microsoft.com/office/drawing/2014/main" id="{520D0955-8E73-3E0C-3F53-CA96BA6797F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de-DE"/>
              <a:t>Layout 5 placeholder 3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CA6C9EA2-0283-7F08-CDD3-AD193A377B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de-DE"/>
              <a:t>Layout 5 placeholder 4</a:t>
            </a:r>
          </a:p>
        </p:txBody>
      </p:sp>
      <p:sp>
        <p:nvSpPr>
          <p:cNvPr id="11" name="Inhaltsplatzhalter 10">
            <a:extLst>
              <a:ext uri="{FF2B5EF4-FFF2-40B4-BE49-F238E27FC236}">
                <a16:creationId xmlns:a16="http://schemas.microsoft.com/office/drawing/2014/main" id="{8D0BEB3D-9ADC-63C9-B8D4-2203D1E59693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de-DE"/>
              <a:t>Layout 5 placeholder 5</a:t>
            </a:r>
          </a:p>
        </p:txBody>
      </p:sp>
    </p:spTree>
    <p:extLst>
      <p:ext uri="{BB962C8B-B14F-4D97-AF65-F5344CB8AC3E}">
        <p14:creationId xmlns:p14="http://schemas.microsoft.com/office/powerpoint/2010/main" val="22223080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7E5017C3-65D5-4974-CE58-90A262CB18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Layout 6 placeholder 1</a:t>
            </a:r>
          </a:p>
        </p:txBody>
      </p:sp>
    </p:spTree>
    <p:extLst>
      <p:ext uri="{BB962C8B-B14F-4D97-AF65-F5344CB8AC3E}">
        <p14:creationId xmlns:p14="http://schemas.microsoft.com/office/powerpoint/2010/main" val="39265905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A976FC1D-01EB-7366-9381-79CEBE2325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Layout 7 placeholder 1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AEBCCA4B-ADBC-4B37-8071-0F3AEF723C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/>
              <a:t>Layout 7 placeholder 2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AA9E0CB6-4CBF-638E-AB29-34D7BE428BE9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de-DE"/>
              <a:t>Layout 7 placeholder 3</a:t>
            </a:r>
          </a:p>
        </p:txBody>
      </p:sp>
    </p:spTree>
    <p:extLst>
      <p:ext uri="{BB962C8B-B14F-4D97-AF65-F5344CB8AC3E}">
        <p14:creationId xmlns:p14="http://schemas.microsoft.com/office/powerpoint/2010/main" val="22338523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148364DF-1C10-3AD5-C451-145C890EE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Layout 8 placeholder 1</a:t>
            </a:r>
          </a:p>
        </p:txBody>
      </p:sp>
      <p:sp>
        <p:nvSpPr>
          <p:cNvPr id="6" name="Bildplatzhalter 5">
            <a:extLst>
              <a:ext uri="{FF2B5EF4-FFF2-40B4-BE49-F238E27FC236}">
                <a16:creationId xmlns:a16="http://schemas.microsoft.com/office/drawing/2014/main" id="{2DB789DC-47FE-8589-D6B8-5CB43713BE8C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/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83203A57-C98A-B00D-4C99-5749DD680A9A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de-DE"/>
              <a:t>Layout 8 placeholder 3</a:t>
            </a:r>
          </a:p>
        </p:txBody>
      </p:sp>
    </p:spTree>
    <p:extLst>
      <p:ext uri="{BB962C8B-B14F-4D97-AF65-F5344CB8AC3E}">
        <p14:creationId xmlns:p14="http://schemas.microsoft.com/office/powerpoint/2010/main" val="4519888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Vertikaler Titel 3">
            <a:extLst>
              <a:ext uri="{FF2B5EF4-FFF2-40B4-BE49-F238E27FC236}">
                <a16:creationId xmlns:a16="http://schemas.microsoft.com/office/drawing/2014/main" id="{91B16641-7D02-81AE-59DC-042EA34CD27F}"/>
              </a:ext>
            </a:extLst>
          </p:cNvPr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>
            <a:r>
              <a:rPr lang="de-DE"/>
              <a:t>Layout 9 placeholder 1</a:t>
            </a:r>
          </a:p>
        </p:txBody>
      </p:sp>
      <p:sp>
        <p:nvSpPr>
          <p:cNvPr id="5" name="Vertikaler Textplatzhalter 4">
            <a:extLst>
              <a:ext uri="{FF2B5EF4-FFF2-40B4-BE49-F238E27FC236}">
                <a16:creationId xmlns:a16="http://schemas.microsoft.com/office/drawing/2014/main" id="{31BC3A62-298A-82C5-BCAC-33E1630085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/>
          <a:lstStyle/>
          <a:p>
            <a:r>
              <a:rPr lang="de-DE"/>
              <a:t>Layout 9 placeholder 2</a:t>
            </a:r>
          </a:p>
        </p:txBody>
      </p:sp>
    </p:spTree>
    <p:extLst>
      <p:ext uri="{BB962C8B-B14F-4D97-AF65-F5344CB8AC3E}">
        <p14:creationId xmlns:p14="http://schemas.microsoft.com/office/powerpoint/2010/main" val="10988842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205E1DD8-9148-A9F2-00C1-A21DC438B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0" y="3810000"/>
            <a:ext cx="5080000" cy="1016000"/>
          </a:xfrm>
        </p:spPr>
        <p:txBody>
          <a:bodyPr/>
          <a:lstStyle/>
          <a:p>
            <a:r>
              <a:rPr lang="de-DE"/>
              <a:t>Moved title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BAA99D3-8776-C298-991B-D06CD5A566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Body keeps its layout position</a:t>
            </a:r>
          </a:p>
        </p:txBody>
      </p:sp>
    </p:spTree>
    <p:extLst>
      <p:ext uri="{BB962C8B-B14F-4D97-AF65-F5344CB8AC3E}">
        <p14:creationId xmlns:p14="http://schemas.microsoft.com/office/powerpoint/2010/main" val="16493591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95</Words>
  <Application>Microsoft Macintosh PowerPoint</Application>
  <PresentationFormat>Breitbild</PresentationFormat>
  <Paragraphs>24</Paragraphs>
  <Slides>10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</vt:lpstr>
      <vt:lpstr>Layout 1 placeholder 1</vt:lpstr>
      <vt:lpstr>Layout 2 placeholder 1</vt:lpstr>
      <vt:lpstr>Layout 3 placeholder 1</vt:lpstr>
      <vt:lpstr>Layout 4 placeholder 1</vt:lpstr>
      <vt:lpstr>Layout 5 placeholder 1</vt:lpstr>
      <vt:lpstr>Layout 6 placeholder 1</vt:lpstr>
      <vt:lpstr>Layout 7 placeholder 1</vt:lpstr>
      <vt:lpstr>Layout 8 placeholder 1</vt:lpstr>
      <vt:lpstr>Layout 9 placeholder 1</vt:lpstr>
      <vt:lpstr>Moved title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Dietmar Rietsch</dc:creator>
  <cp:lastModifiedBy>Dietmar Rietsch</cp:lastModifiedBy>
  <cp:revision>1</cp:revision>
  <dcterms:created xsi:type="dcterms:W3CDTF">2026-10-05T14:34:26Z</dcterms:created>
  <dcterms:modified xsi:type="dcterms:W3CDTF">2026-10-05T14:34:27Z</dcterms:modified>
</cp:coreProperties>
</file>